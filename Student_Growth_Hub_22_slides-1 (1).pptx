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972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for teamwork, opportunities and career growth, built with Gemma and Python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Goswami   |   Ayush Kumar   |   Janhwee Pandey   |   Ganesh Ghatte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Goswami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28800" cy="21945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Janhwee Pandey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1463040"/>
            <a:ext cx="1828800" cy="21945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737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 Ghatte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Bhilai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our solution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modules: Team Finder, Opportunity Hub, Portfolio Builder, Progress Tracker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technology stack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Gemma and user flow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and conclusion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students face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teammates with the right skills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are scattered across many sites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which listings are trustworthy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and achievements are poorly documented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that connects people, opportunities and growth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are set but rarely tracked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guidance that is personal, not generic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looking for project teammates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hunting internships and hackathons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building their first portfolio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searching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stronger, balanced teams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students consistent with their goals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 with four connected modules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Python application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locally in a simple JSON file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Gemma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students to teammates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verified opportunities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portfolios and weekly reviews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students with complementary skills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trusted place for verified opportunities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present their work professionally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goal tracking simple and motivating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practical use of an open model (Gemma) in a student tool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modules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Finder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students by complementary skills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747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035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Hub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internships, hackathons, jobs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630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projects, skills, certificates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55130" y="1280160"/>
            <a:ext cx="1840230" cy="23774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801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3801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801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goals and milestones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Finder: what it does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profiles with skills and interests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project idea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teammates who fill your skill gaps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Python but need a designer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suggests students with UI skills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match comes with a suggested role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Finder: how it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skills, interests and what you are looking for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747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035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project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idea and what is needed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630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compares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are compared for complementary skills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55130" y="1280160"/>
            <a:ext cx="1840230" cy="23774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801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3801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matches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801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reasons and suggested roles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Hub: what it lists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types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projects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work and entry-level jobs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has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organisation and link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or rolling status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flag set after checking the source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Hub: trust and fit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entries are shown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are checked by a person before approval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scams and outdated listings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ranks the best 3 for your profile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fit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one step to prepare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Builder: what it does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tools and results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want proof of work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everything in one place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share at any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Builder: generated output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professional introduction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747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035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from the student's entries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630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Impact-focused bullet points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55130" y="1280160"/>
            <a:ext cx="1840230" cy="23774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801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3801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and wins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801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listed clearly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a Markdown file. Gemma uses only the facts the student entered.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Tracker: what it does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weekly goals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project, application, learning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goals done and view history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plans into habits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is completed and what is pending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consistent progress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Tracker: AI weekly review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reviews your week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slipping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goals for next week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mentor style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specific suggestions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without overwhelming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menu for all four modules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747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035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logic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input, builds prompts, formats 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630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opportunities, portfolio and goals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55130" y="1280160"/>
            <a:ext cx="1840230" cy="23774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801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3801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API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801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matches, rankings, text and reviews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SDK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storage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for portfolio output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setup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model via Google AI Studio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kept in an environment variable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 can be changed easily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Gemma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it performs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matching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opportunities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portfolios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weekly progress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includes the relevant student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output format requested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to use only the given facts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name or create a profile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747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035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module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the main menu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6300" y="1280160"/>
            <a:ext cx="184023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input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simple prompts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55130" y="1280160"/>
            <a:ext cx="1840230" cy="23774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801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38010" y="1920240"/>
            <a:ext cx="14744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 result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8010" y="2377440"/>
            <a:ext cx="14744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save and act on the output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  |  Abhishek, Ayush, Janhwee, Ganesh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can take it next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with a Flask or FastAPI back end and a clean front 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logins so Team Finder works across the whole campus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for verifying opportunities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charts and streaks for the Progress Tracker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export to PDF from the portfolio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09728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Growth Hub: connecting students, opportunities and growth with Gemma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Goswami   |   Ayush Kumar   |   Janhwee Pandey   |   Ganesh Ghatte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Growth Hub</dc:title>
  <dc:subject>PptxGenJS Presentation</dc:subject>
  <dc:creator>PptxGenJS</dc:creator>
  <cp:lastModifiedBy>PptxGenJS</cp:lastModifiedBy>
  <cp:revision>1</cp:revision>
  <dcterms:created xsi:type="dcterms:W3CDTF">2026-10-10T09:29:21Z</dcterms:created>
  <dcterms:modified xsi:type="dcterms:W3CDTF">2026-10-10T09:29:21Z</dcterms:modified>
</cp:coreProperties>
</file>